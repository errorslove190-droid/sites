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1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256032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194560" cy="182880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486400"/>
            <a:ext cx="2926080" cy="21945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6309360"/>
            <a:ext cx="1828800" cy="137160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ИСТОК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портал сети молодёжных клубов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«Выбери свой клуб»</a:t>
            </a:r>
            <a:pPr indent="0" marL="0">
              <a:buNone/>
            </a:pPr>
            <a:r>
              <a:rPr lang="en-US" sz="1700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теперь по-настоящему: онлайн, с картой и записью за 2 минуты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МБУ «Объединение молодёжных клубов «Исток» · Зеленодольский район · июль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ОТСЧЁТА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«Исток» сегодня — большая живая сеть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56232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672334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 по месту жительства — от Зеленодольска до Кугеево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56232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17720" y="2672334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населённых пунктов района охвачено сетью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56232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12480" y="2672334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юнармейцев на военно-патриотических сборах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2960" y="4748022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 ВКонтакте ведут клубы — каждая сама по себе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3767328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931920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887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17720" y="4748022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подписчиков у главного сообщества сети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3767328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931920"/>
            <a:ext cx="322783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2 300+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412480" y="4748022"/>
            <a:ext cx="3136392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публикаций о жизни клубов накоплено в ВК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 сети огромная — но вся она заперта внутри ВКонтакте. </a:t>
            </a:r>
            <a:pPr indent="0" marL="0">
              <a:buNone/>
            </a:pPr>
            <a:r>
              <a:rPr lang="en-US" sz="15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Снаружи — для родителей, района и республики — её не видно.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Родителю негде увидеть сеть целиком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023360" cy="4114800"/>
          </a:xfrm>
          <a:prstGeom prst="roundRect">
            <a:avLst>
              <a:gd name="adj" fmla="val 3182"/>
            </a:avLst>
          </a:prstGeom>
          <a:solidFill>
            <a:srgbClr val="2E319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разрозненных групп ВКонтакте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одной витрины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38 до 540 подписчиков — узнаваемость зависит от энтузиазма конкретного педагога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37944"/>
            <a:ext cx="384048" cy="384048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37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17830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карты клубов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из Осиново или Васильево не знает, что клуб есть на его улице.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4920" y="2862072"/>
            <a:ext cx="384048" cy="384048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862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2807208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каталога направлений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Бокс, мотоклуб, театр, пауэрлифтинг — узнать об этом можно только «сарафаном».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74920" y="3886200"/>
            <a:ext cx="384048" cy="384048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3831336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фильтра по возрасту и месту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выбрать секцию ребёнку, нужно вручную перебрать полтора десятка групп.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74920" y="4910328"/>
            <a:ext cx="384048" cy="384048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49103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4855464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Группы называются по-разному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«МПК», «М(П)К», «Исток-…» — даже найти их поиском ВК непросто.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клуб устроена как в 2005 году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2F7F8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1691640"/>
            <a:ext cx="347472" cy="347472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1357884" y="16916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нужную группу ВК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24328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90088" y="19202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2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9332" y="1691640"/>
            <a:ext cx="347472" cy="347472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3" name="Text 11"/>
          <p:cNvSpPr/>
          <p:nvPr/>
        </p:nvSpPr>
        <p:spPr>
          <a:xfrm>
            <a:off x="3707892" y="16916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81528" y="2148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Заявление.pdf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74336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40096" y="19202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9340" y="1691640"/>
            <a:ext cx="347472" cy="347472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8" name="Text 16"/>
          <p:cNvSpPr/>
          <p:nvPr/>
        </p:nvSpPr>
        <p:spPr>
          <a:xfrm>
            <a:off x="6057900" y="16916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31536" y="2148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Распечатать дома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24344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90104" y="19202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2F7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99348" y="1691640"/>
            <a:ext cx="347472" cy="347472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23" name="Text 21"/>
          <p:cNvSpPr/>
          <p:nvPr/>
        </p:nvSpPr>
        <p:spPr>
          <a:xfrm>
            <a:off x="8407908" y="16916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81544" y="2148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 от руки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74352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40112" y="19202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2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49356" y="1691640"/>
            <a:ext cx="347472" cy="347472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28" name="Text 26"/>
          <p:cNvSpPr/>
          <p:nvPr/>
        </p:nvSpPr>
        <p:spPr>
          <a:xfrm>
            <a:off x="10757916" y="16916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131552" y="2148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в клуб лично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886200"/>
            <a:ext cx="10972800" cy="1965960"/>
          </a:xfrm>
          <a:prstGeom prst="roundRect">
            <a:avLst>
              <a:gd name="adj" fmla="val 6512"/>
            </a:avLst>
          </a:prstGeom>
          <a:solidFill>
            <a:srgbClr val="FAF4FA"/>
          </a:solidFill>
          <a:ln w="19050">
            <a:solidFill>
              <a:srgbClr val="9227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значит на практике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Вечером и в выходные записаться нельзя — именно тогда, когда родители решают такие вопросы.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заявок просто теряется по дороге: телефон, личка ВК, бумага.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никакой статистики: сколько семей хотели записаться — и не дошли.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Достижения не работают на репутацию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114800"/>
          </a:xfrm>
          <a:prstGeom prst="roundRect">
            <a:avLst>
              <a:gd name="adj" fmla="val 3111"/>
            </a:avLst>
          </a:prstGeom>
          <a:solidFill>
            <a:srgbClr val="2E319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кг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жим лёжа — рекорд России среди юношей до 18 лет.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Матусевич, клуб «Исток-Атлет»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…а группа клуба в ВК молчит с марта 2025.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 этом рекорде знает только сам клуб.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Призёры Первенства России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мотоклуб «Исток-Фортуна», Тольятти, июнь 2026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2862072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62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28163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Традиционный турнир по боксу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XXII турнир на призы Олега Наумова — клуб «Факел»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3849624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8496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380390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Военно-патриотические сборы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юнармейцев, «Полоса разведчика», Эмеково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4837176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8371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7914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ДОБРО.центр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волонтёрство, помощь семьям участников СВО, инклюзия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5806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Этим результатам нужна постоянная витрина — перед районом, республикой и родителями.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сайтам гос. учреждений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72800" cy="932688"/>
          </a:xfrm>
          <a:prstGeom prst="roundRect">
            <a:avLst>
              <a:gd name="adj" fmla="val 9804"/>
            </a:avLst>
          </a:prstGeom>
          <a:solidFill>
            <a:srgbClr val="F2F7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92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для слабовидящих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Обязательна для сайтов государственных организаций (ГОСТ Р 52872). Сейчас её нет, потому что нет сайта.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972800" cy="932688"/>
          </a:xfrm>
          <a:prstGeom prst="roundRect">
            <a:avLst>
              <a:gd name="adj" fmla="val 9804"/>
            </a:avLst>
          </a:prstGeom>
          <a:solidFill>
            <a:srgbClr val="F2F7F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352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 — 152-ФЗ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91693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детей идёт через личные сообщения и бумагу — без согласия на обработку данных и политики конфиденциальности.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10972800" cy="932688"/>
          </a:xfrm>
          <a:prstGeom prst="roundRect">
            <a:avLst>
              <a:gd name="adj" fmla="val 9804"/>
            </a:avLst>
          </a:prstGeom>
          <a:solidFill>
            <a:srgbClr val="F2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77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Открытость учреждения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95935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Устав, документы, реквизиты, структура — должны быть доступны онлайн в одном официальном месте.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10328"/>
            <a:ext cx="10972800" cy="932688"/>
          </a:xfrm>
          <a:prstGeom prst="roundRect">
            <a:avLst>
              <a:gd name="adj" fmla="val 9804"/>
            </a:avLst>
          </a:prstGeom>
          <a:solidFill>
            <a:srgbClr val="F2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Присутствие в поиске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5001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запросу «секции Зеленодольск» учреждение в Яндексе не находится — этот трафик сейчас никому не достаётся.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закрывает эти требования по умолчанию </a:t>
            </a:r>
            <a:pPr indent="0" marL="0">
              <a:buNone/>
            </a:pPr>
            <a:r>
              <a:rPr lang="en-US" sz="15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и снимает риски при любой проверке.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портал: всё про «Исток» в одном месте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2F7F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84248"/>
            <a:ext cx="365760" cy="36576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8424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всех 21 клубов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район на одной карте: адреса, фото, руководители, расписание каждого клуба.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2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984248"/>
            <a:ext cx="365760" cy="36576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84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198424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направлений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Бокс, мото, танцы, театр, пауэрлифтинг, ремёсла — с фильтром по возрасту и месту.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1984248"/>
            <a:ext cx="365760" cy="36576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84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198424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Онлайн-запись 24/7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58200" y="26517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 2 минуты вместо бумажного заявления. Заявка сразу у ответственного.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AF4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4197096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97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197096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лагеря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486460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Смены, программа, фото, ответы для родителей и заявка на путёвку.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34840" y="3995928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AF4FA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4197096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197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4197096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— автоматически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63440" y="486460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Посты из групп ВК подтягиваются сами: сайт всегда живой, вести его отдельно не нужно.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0" y="3995928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FAF4FA"/>
          </a:solidFill>
          <a:ln/>
        </p:spPr>
      </p:sp>
      <p:sp>
        <p:nvSpPr>
          <p:cNvPr id="32" name="Shape 30"/>
          <p:cNvSpPr/>
          <p:nvPr/>
        </p:nvSpPr>
        <p:spPr>
          <a:xfrm>
            <a:off x="8458200" y="4197096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4197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0" y="4197096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правилам гос. сайтов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458200" y="486460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для слабовидящих, 152-ФЗ, документы учреждения, хостинг в РФ.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выигрыша: родителям — просто, учреждению — управляемо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3077"/>
            </a:avLst>
          </a:prstGeom>
          <a:solidFill>
            <a:srgbClr val="F2F7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2560320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6032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 карту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нашёл клуб рядом с домом — в городе или в своём селе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60120" y="3639312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3931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5935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Выбрал направление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возрасту ребёнка и интересам, с фото и расписанием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0120" y="4718304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1830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672584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Записался за 2 минуты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любое время — вечером, в выходные, с телефона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349240" cy="4160520"/>
          </a:xfrm>
          <a:prstGeom prst="roundRect">
            <a:avLst>
              <a:gd name="adj" fmla="val 3077"/>
            </a:avLst>
          </a:prstGeom>
          <a:solidFill>
            <a:srgbClr val="FA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Учреждение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19672" y="2560320"/>
            <a:ext cx="420624" cy="42062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56032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14032" y="25146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заявки в одном месте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ничего не теряется в личках и на бумаге; видна статистика набора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19672" y="3639312"/>
            <a:ext cx="420624" cy="42062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63931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14032" y="35935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Витрина достижений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рекорды и победы работают на репутацию перед районом и РТ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19672" y="4718304"/>
            <a:ext cx="420624" cy="42062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71830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14032" y="4672584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требованиям
</a:t>
            </a:r>
            <a:pPr indent="0" marL="0">
              <a:buNone/>
            </a:pPr>
            <a:r>
              <a:rPr lang="en-US" sz="120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слабовидящие, 152-ФЗ, документы — без замечаний при проверках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РАЗВИТИЯ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сайта — к цифровой экосистеме молодёжной политики района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02152" cy="4160520"/>
          </a:xfrm>
          <a:prstGeom prst="roundRect">
            <a:avLst>
              <a:gd name="adj" fmla="val 3655"/>
            </a:avLst>
          </a:prstGeom>
          <a:solidFill>
            <a:srgbClr val="F2F7F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116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 · сейчас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сети клубов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21 клуба и каталог секций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Онлайн-запись вместо бумаги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лагеря, афиша, достижения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за 4–5 недель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502152" cy="4160520"/>
          </a:xfrm>
          <a:prstGeom prst="roundRect">
            <a:avLst>
              <a:gd name="adj" fmla="val 3655"/>
            </a:avLst>
          </a:prstGeom>
          <a:solidFill>
            <a:srgbClr val="F2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0116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92278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116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· осень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Онлайн-бронирование путёвок в лагерь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Telegram-бот: заявки и уведомления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 для родителей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SEO: №1 по запросам района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502152" cy="4160520"/>
          </a:xfrm>
          <a:prstGeom prst="roundRect">
            <a:avLst>
              <a:gd name="adj" fmla="val 3655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20116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0116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 · 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58200" y="315468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родителя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посещаемости для руководства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афиша молодёжных событий района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для тиражирования в РТ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1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256032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194560" cy="182880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486400"/>
            <a:ext cx="2926080" cy="21945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6309360"/>
            <a:ext cx="1828800" cy="137160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«Выбери свой клуб»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сделаем обещание вашей обложки реальностью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" y="3657600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5760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пакет сегодня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4315968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15968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3159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и предоплата — на этой неделе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974336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7433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97433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4–5 недель — запуск портала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Михаил · веб-разработка   </a:t>
            </a:r>
            <a:pPr indent="0" marL="0">
              <a:buNone/>
            </a:pPr>
            <a:r>
              <a:rPr lang="en-US" sz="1600" b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+7 917 254-58-47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2026-07-15T22:59:57Z</dcterms:created>
  <dcterms:modified xsi:type="dcterms:W3CDTF">2026-07-15T22:59:57Z</dcterms:modified>
</cp:coreProperties>
</file>