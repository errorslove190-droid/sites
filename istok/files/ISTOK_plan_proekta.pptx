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1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256032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194560" cy="182880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486400"/>
            <a:ext cx="2926080" cy="21945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6309360"/>
            <a:ext cx="1828800" cy="137160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проекта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Сайт-портал сети молодёжных клубов «Исток»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· этапы · сроки · пакеты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C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Зеленодольск · июль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0 — ВЫПОЛНЕН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уже проведена — стартуем без раскачки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цифрового присутствия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Изучены главное сообщество и все 15 групп клубов: контент, активность, подписчики, точки потерь.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871216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712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25496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сети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 полный список из 21 клуба с адресами, направлениями и контактами — основа каталога на сайте.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913632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136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86791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проблем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Зафиксировано, где теряются заявки родителей и какие требования к гос. сайтам не закрыты.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4956048"/>
            <a:ext cx="384048" cy="384048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9560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910328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портала
</a:t>
            </a:r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Готова структура разделов, сценарии родителя и смета по этапам — можно начинать дизайн.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35240" y="1783080"/>
            <a:ext cx="3931920" cy="4114800"/>
          </a:xfrm>
          <a:prstGeom prst="roundRect">
            <a:avLst>
              <a:gd name="adj" fmla="val 3256"/>
            </a:avLst>
          </a:prstGeom>
          <a:solidFill>
            <a:srgbClr val="2E3192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09560" y="26517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 проект начинается с 2–3 недель аналитики.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Здесь она уже выполнена — поэтому мы сразу переходим к дизайну и укладываемся в 4–5 недель вместо 7–8.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САЙТА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разделов, отвечающих на все вопросы родителя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93392"/>
            <a:ext cx="329184" cy="32918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9933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клуба, события, запись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26080" y="18288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0672" y="1993392"/>
            <a:ext cx="329184" cy="32918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19933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72384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Клубы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72384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района + 21 карточка клуба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76672" y="1993392"/>
            <a:ext cx="329184" cy="32918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19933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58384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58384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секций с фильтрами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8288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/>
        </p:spPr>
      </p:sp>
      <p:sp>
        <p:nvSpPr>
          <p:cNvPr id="22" name="Shape 20"/>
          <p:cNvSpPr/>
          <p:nvPr/>
        </p:nvSpPr>
        <p:spPr>
          <a:xfrm>
            <a:off x="7662672" y="1993392"/>
            <a:ext cx="329184" cy="32918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23" name="Text 21"/>
          <p:cNvSpPr/>
          <p:nvPr/>
        </p:nvSpPr>
        <p:spPr>
          <a:xfrm>
            <a:off x="7571232" y="19933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44384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44384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онлайн-форма, согласие 152-ФЗ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784080" y="18288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2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8672" y="1993392"/>
            <a:ext cx="329184" cy="32918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28" name="Text 26"/>
          <p:cNvSpPr/>
          <p:nvPr/>
        </p:nvSpPr>
        <p:spPr>
          <a:xfrm>
            <a:off x="9857232" y="19933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930384" y="24505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Лагерь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30384" y="28529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смены, программа, путёвки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38862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AF4FA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672" y="4050792"/>
            <a:ext cx="329184" cy="32918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0507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" y="4507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Афиша и новости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86384" y="4910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автолента из групп ВК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0" y="38862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AF4FA"/>
          </a:solidFill>
          <a:ln/>
        </p:spPr>
      </p:sp>
      <p:sp>
        <p:nvSpPr>
          <p:cNvPr id="37" name="Shape 35"/>
          <p:cNvSpPr/>
          <p:nvPr/>
        </p:nvSpPr>
        <p:spPr>
          <a:xfrm>
            <a:off x="3090672" y="4050792"/>
            <a:ext cx="329184" cy="32918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38" name="Text 36"/>
          <p:cNvSpPr/>
          <p:nvPr/>
        </p:nvSpPr>
        <p:spPr>
          <a:xfrm>
            <a:off x="2999232" y="40507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072384" y="4507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072384" y="4910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рекорды, победы, галерея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212080" y="38862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AF4FA"/>
          </a:solidFill>
          <a:ln/>
        </p:spPr>
      </p:sp>
      <p:sp>
        <p:nvSpPr>
          <p:cNvPr id="42" name="Shape 40"/>
          <p:cNvSpPr/>
          <p:nvPr/>
        </p:nvSpPr>
        <p:spPr>
          <a:xfrm>
            <a:off x="5376672" y="4050792"/>
            <a:ext cx="329184" cy="32918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3" name="Text 41"/>
          <p:cNvSpPr/>
          <p:nvPr/>
        </p:nvSpPr>
        <p:spPr>
          <a:xfrm>
            <a:off x="5285232" y="40507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58384" y="4507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ДОБРО.центр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58384" y="4910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волонтёрство и добрые дела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98080" y="38862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AF4FA"/>
          </a:solidFill>
          <a:ln/>
        </p:spPr>
      </p:sp>
      <p:sp>
        <p:nvSpPr>
          <p:cNvPr id="47" name="Shape 45"/>
          <p:cNvSpPr/>
          <p:nvPr/>
        </p:nvSpPr>
        <p:spPr>
          <a:xfrm>
            <a:off x="7662672" y="4050792"/>
            <a:ext cx="329184" cy="32918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8" name="Text 46"/>
          <p:cNvSpPr/>
          <p:nvPr/>
        </p:nvSpPr>
        <p:spPr>
          <a:xfrm>
            <a:off x="7571232" y="40507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644384" y="4507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нас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644384" y="4910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документы, устав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784080" y="3886200"/>
            <a:ext cx="2121408" cy="1783080"/>
          </a:xfrm>
          <a:prstGeom prst="roundRect">
            <a:avLst>
              <a:gd name="adj" fmla="val 5128"/>
            </a:avLst>
          </a:prstGeom>
          <a:solidFill>
            <a:srgbClr val="FAF4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948672" y="4050792"/>
            <a:ext cx="329184" cy="329184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53" name="Text 51"/>
          <p:cNvSpPr/>
          <p:nvPr/>
        </p:nvSpPr>
        <p:spPr>
          <a:xfrm>
            <a:off x="9857232" y="4050792"/>
            <a:ext cx="512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930384" y="4507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930384" y="491032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адреса, телефоны, карта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клуб получает собственную страницу — со ссылкой на свою группу ВК, а не вместо неё.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КЛЮЧЕВОЕ ИЗМЕНЕНИЕ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Запись: из бумажного заявления — в онлайн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3077"/>
            </a:avLst>
          </a:prstGeom>
          <a:solidFill>
            <a:srgbClr val="F2F7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Заявление.pdf из группы ВК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Распечатать, заполнить от руки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в клуб в рабочие часы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согласия на обработку данных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Никакой статистики по заявкам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783080"/>
            <a:ext cx="5349240" cy="4160520"/>
          </a:xfrm>
          <a:prstGeom prst="roundRect">
            <a:avLst>
              <a:gd name="adj" fmla="val 3077"/>
            </a:avLst>
          </a:prstGeom>
          <a:solidFill>
            <a:srgbClr val="EAF7F8"/>
          </a:solidFill>
          <a:ln w="19050">
            <a:solidFill>
              <a:srgbClr val="00A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Станет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9672" y="256032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на сайте — 2 минуты с телефона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24/7, вечером и в выходные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 мгновенно у ответственного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Согласие на обработку ПД — по 152-ФЗ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Видно: сколько заявок, в какие клубы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Календарный план: запуск за 4–5 недель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F2F7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892808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928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8105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Прототип и дизайн-концепция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0" y="1810512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страниц; дизайн главной и карточки клуба по фирменному стилю. Согласование.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578608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FA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734056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00AEB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340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26517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 всех типов страниц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0" y="2651760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Каталог, запись, лагерь, новости, «О нас». Адаптив под телефоны.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F2F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7530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92278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7530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4930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сайта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0" y="3493008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Вёрстка, админка, формы записи, карта клубов, автолента из ВК.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261104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FAF4FA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16552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92278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1655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33425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Наполнение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0" y="4334256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клуб, направления, лагерь, документы. Версия для слабовидящих.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102352"/>
            <a:ext cx="10972800" cy="749808"/>
          </a:xfrm>
          <a:prstGeom prst="roundRect">
            <a:avLst>
              <a:gd name="adj" fmla="val 12195"/>
            </a:avLst>
          </a:prstGeom>
          <a:solidFill>
            <a:srgbClr val="F2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257800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2E319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578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51755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69280" y="5175504"/>
            <a:ext cx="5760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Тестирование, обучение сотрудника, перенос на хостинг, приёмка по акту.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Такой темп возможен, потому что аналитика уже выполнена. </a:t>
            </a:r>
            <a:pPr indent="0" marL="0">
              <a:buNone/>
            </a:pPr>
            <a:r>
              <a:rPr lang="en-US" sz="13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Согласования — один созвон в неделю.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СОВМЕСТНАЯ РАБОТА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понадобится от учреждения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EAF7F8"/>
          </a:solidFill>
          <a:ln w="19050">
            <a:solidFill>
              <a:srgbClr val="00AE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65960"/>
            <a:ext cx="365760" cy="36576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0195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Фирменный стиль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Логотип и бренд-бук — уже есть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F2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965960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Ответственный за проект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человек для согласований (один созвон в неделю)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F2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429000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6499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клубов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Фото, расписания секций, ФИО руководителей — соберём по готовому шаблону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5352" y="324612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F2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6520" y="3429000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76872" y="336499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лагеря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Смены, условия, программа, фото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F2F7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" y="4892040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82803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Реквизиты учреждения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договора и раздела «Документы»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45352" y="4709160"/>
            <a:ext cx="5349240" cy="1207008"/>
          </a:xfrm>
          <a:prstGeom prst="roundRect">
            <a:avLst>
              <a:gd name="adj" fmla="val 9091"/>
            </a:avLst>
          </a:prstGeom>
          <a:solidFill>
            <a:srgbClr val="F2F7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46520" y="4892040"/>
            <a:ext cx="365760" cy="3657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892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4828032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Доступы
</a:t>
            </a:r>
            <a:pPr indent="0" marL="0">
              <a:buNone/>
            </a:pPr>
            <a:r>
              <a:rPr lang="en-US" sz="11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 и хостинг — поможем выбрать и оформить на учреждение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731520"/>
            <a:ext cx="1737360" cy="146304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6126480"/>
            <a:ext cx="1645920" cy="12801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пакета — под задачи и бюджет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02152" cy="3977640"/>
          </a:xfrm>
          <a:prstGeom prst="roundRect">
            <a:avLst>
              <a:gd name="adj" fmla="val 3655"/>
            </a:avLst>
          </a:prstGeom>
          <a:solidFill>
            <a:srgbClr val="F2F7F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 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Главная, о нас, контакты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клубов с адресами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форма записи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для слабовидящих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Срок: 2–3 недели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502152" cy="3977640"/>
          </a:xfrm>
          <a:prstGeom prst="roundRect">
            <a:avLst>
              <a:gd name="adj" fmla="val 3655"/>
            </a:avLst>
          </a:prstGeom>
          <a:solidFill>
            <a:srgbClr val="FAF4FA"/>
          </a:solidFill>
          <a:ln w="25400">
            <a:solidFill>
              <a:srgbClr val="9227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764792"/>
            <a:ext cx="1947672" cy="402336"/>
          </a:xfrm>
          <a:prstGeom prst="roundRect">
            <a:avLst>
              <a:gd name="adj" fmla="val 50000"/>
            </a:avLst>
          </a:prstGeom>
          <a:solidFill>
            <a:srgbClr val="92278F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764792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2286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240 000 ₽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09160" y="329184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«Базового»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каждого из 21 клуба + карта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секций с фильтрами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лагеря с заявкой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Афиша, достижения, ДОБРО.центр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сотрудника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Срок: 4–5 недель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502152" cy="3977640"/>
          </a:xfrm>
          <a:prstGeom prst="roundRect">
            <a:avLst>
              <a:gd name="adj" fmla="val 3655"/>
            </a:avLst>
          </a:prstGeom>
          <a:solidFill>
            <a:srgbClr val="F2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286000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Портал+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269748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27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340 000 ₽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03920" y="329184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из «Портала»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Автоимпорт новостей из ВК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Telegram-бот для заявок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фотоконтента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SEO-настройка и запуск в Яндексе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Срок: 6 недель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Техподдержка и обновления — от 12 000 ₽/мес, первый месяц после запуска бесплатно. Оплата: договор, 50% предоплата, закрытие по акту.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1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3291840" cy="256032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005840"/>
            <a:ext cx="2194560" cy="182880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486400"/>
            <a:ext cx="2926080" cy="2194560"/>
          </a:xfrm>
          <a:prstGeom prst="ellipse">
            <a:avLst/>
          </a:prstGeom>
          <a:solidFill>
            <a:srgbClr val="92278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6309360"/>
            <a:ext cx="1828800" cy="1371600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стартовать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выполнена · структура готова · дело за решением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49040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 — выбираем пакет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4407408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07408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44074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 неделя — договор и предоплата 50%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00AEB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65776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506577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 — уже показываем дизайн главной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Михаил · веб-разработка   </a:t>
            </a:r>
            <a:pPr indent="0" marL="0">
              <a:buNone/>
            </a:pPr>
            <a:r>
              <a:rPr lang="en-US" sz="1600" b="1" dirty="0">
                <a:solidFill>
                  <a:srgbClr val="7FE3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+7 917 254-58-47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2026-07-15T22:59:57Z</dcterms:created>
  <dcterms:modified xsi:type="dcterms:W3CDTF">2026-07-15T22:59:57Z</dcterms:modified>
</cp:coreProperties>
</file>